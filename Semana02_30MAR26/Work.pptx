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E67500-5A3B-4292-9A53-282E8C71C0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985DA6A-6CEC-4C3A-8EF0-67DCE33FEE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4C0F8D2-23C5-455D-BAE3-62972C597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3B424-47DC-4955-B032-0AC4D17DDB2E}" type="datetimeFigureOut">
              <a:rPr lang="es-PE" smtClean="0"/>
              <a:t>30/03/2026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EF61F6-7DB3-4AEB-B3E9-3DC035804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2605CE-D94F-4578-BBAA-9C92F63F3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21BC3-A0B6-412B-B300-B790D19E388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60026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99108C-E894-4199-8195-516D21ED1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35E3E4-F703-4C4F-A81D-CFD4795C9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8A6C380-9E53-4A2A-B1D1-19441D316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3B424-47DC-4955-B032-0AC4D17DDB2E}" type="datetimeFigureOut">
              <a:rPr lang="es-PE" smtClean="0"/>
              <a:t>30/03/2026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29EF29A-41E5-47C1-BE02-B955B52F4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A8D1D4-B8CE-40D2-93C6-508304D18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21BC3-A0B6-412B-B300-B790D19E388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86144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E89041-08CB-4308-98B6-D80FEE035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A234449-1C50-4F40-B77E-F6854935AE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620279E-6FDA-48BC-87BD-CC7797D90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3B424-47DC-4955-B032-0AC4D17DDB2E}" type="datetimeFigureOut">
              <a:rPr lang="es-PE" smtClean="0"/>
              <a:t>30/03/2026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401985-E984-4347-93A7-11999DEBC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9F5664-3FEB-45F4-A233-156666E4F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21BC3-A0B6-412B-B300-B790D19E388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93861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7CAA14-21F8-478D-9153-976037BDF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4FF28C-B549-43D6-A6D1-4B4AAEA137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B4EBC7A-E695-4F21-A1D3-D51C083A44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0DE08EB-340B-47AF-93A5-835AF9C92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3B424-47DC-4955-B032-0AC4D17DDB2E}" type="datetimeFigureOut">
              <a:rPr lang="es-PE" smtClean="0"/>
              <a:t>30/03/2026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7BDC639-78B9-4633-AE4A-64FFAF7EF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CA64F7E-2A5E-499D-AC94-A0D420D54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21BC3-A0B6-412B-B300-B790D19E388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2260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C5B65F-A9B8-4D23-9937-915F9CC32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B1F974B-0A6E-4A94-938B-E475EE419A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90E81F6-014C-460F-8BE9-5373A59296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9CA3F46-D1A6-4D1F-91E5-D5C9AEAE61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DA2CFC1-F5B7-4C62-830E-7249FC5A04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039A7AF-E945-4509-9B89-2BD91FEDB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3B424-47DC-4955-B032-0AC4D17DDB2E}" type="datetimeFigureOut">
              <a:rPr lang="es-PE" smtClean="0"/>
              <a:t>30/03/2026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89145CB-B0B0-4561-9F86-3CFC3E830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592C0F6-8A04-4296-94FA-F8E45CC37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21BC3-A0B6-412B-B300-B790D19E388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73583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E60528-DFC5-4DAD-AE1C-5BCEFDB6F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420CA39-429A-40D4-8113-8400387FC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3B424-47DC-4955-B032-0AC4D17DDB2E}" type="datetimeFigureOut">
              <a:rPr lang="es-PE" smtClean="0"/>
              <a:t>30/03/2026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5E6FB52-D01B-4601-8C72-F09B95F39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557049D-FBFA-4FCB-9902-D5C873701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21BC3-A0B6-412B-B300-B790D19E388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14778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3AEDF54-9A46-40E5-AD91-C35408B00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3B424-47DC-4955-B032-0AC4D17DDB2E}" type="datetimeFigureOut">
              <a:rPr lang="es-PE" smtClean="0"/>
              <a:t>30/03/2026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F5CAEE0-6AA3-43A0-9A51-1E6B47389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3342B9F-6AEE-46AD-9A89-703A08020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21BC3-A0B6-412B-B300-B790D19E388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17697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A5E508-383D-42E5-B796-6BF3DCB5B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8590B0-1525-49D9-9660-08ACE84E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17F60BB-1414-47B0-851F-5B3FD6E205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0481639-3197-4DB1-86E4-A9C987BA8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3B424-47DC-4955-B032-0AC4D17DDB2E}" type="datetimeFigureOut">
              <a:rPr lang="es-PE" smtClean="0"/>
              <a:t>30/03/2026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AED3728-0DE8-45EB-9F9A-7BBCB545B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A0228AA-AAF8-4D5C-9459-E74729AE9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21BC3-A0B6-412B-B300-B790D19E388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58272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16EE2D-7E82-46B2-9B3F-CAA555257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30795C6-E001-4AED-A63D-69A3EFDD05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465202A-BD86-4D0E-957E-7603291CE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EF73C78-3C4A-4436-A3F0-B7869FB71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3B424-47DC-4955-B032-0AC4D17DDB2E}" type="datetimeFigureOut">
              <a:rPr lang="es-PE" smtClean="0"/>
              <a:t>30/03/2026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13BF859-C322-4590-8DE3-B57480DAD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EA4DCBD-A400-4BA3-AD64-094A0FD15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21BC3-A0B6-412B-B300-B790D19E388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76793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33B191-A488-41E6-ADFB-294768B02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EFDC207-B1A7-4DF8-906B-4ADB73CD18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6FCF04-155D-481C-A93B-428ACEEC2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3B424-47DC-4955-B032-0AC4D17DDB2E}" type="datetimeFigureOut">
              <a:rPr lang="es-PE" smtClean="0"/>
              <a:t>30/03/2026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5B32CB-21C8-4B42-87F7-C6C9071CE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665CF2-58CF-4488-90F2-8946D17BF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21BC3-A0B6-412B-B300-B790D19E388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79092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A2A973A-6D6D-48B9-A50C-6EA75FABD0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194B301-C196-455C-9DA2-13F77B558E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C3F0D6-A8CE-4946-B872-A60CBF214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3B424-47DC-4955-B032-0AC4D17DDB2E}" type="datetimeFigureOut">
              <a:rPr lang="es-PE" smtClean="0"/>
              <a:t>30/03/2026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7E5AF7E-C1ED-4BDA-B5DD-D60F7650E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411948-58CC-44D9-AD25-B1C026DED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21BC3-A0B6-412B-B300-B790D19E388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52545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C4B6105-7FB0-457C-80F4-4709D4F56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3367955-A145-4E61-B461-784CB231D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DEE42A6-58AA-408B-A7FB-531FE9B2F1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93B424-47DC-4955-B032-0AC4D17DDB2E}" type="datetimeFigureOut">
              <a:rPr lang="es-PE" smtClean="0"/>
              <a:t>30/03/2026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B1A5CA-12EA-4C03-AFE9-53918FF1A7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AE42CA5-7A68-45FB-A872-A21A3FB62B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221BC3-A0B6-412B-B300-B790D19E388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17224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002E3801-7F2E-48CC-AF96-C0DBF8331D25}"/>
              </a:ext>
            </a:extLst>
          </p:cNvPr>
          <p:cNvSpPr/>
          <p:nvPr/>
        </p:nvSpPr>
        <p:spPr>
          <a:xfrm>
            <a:off x="3846136" y="1093509"/>
            <a:ext cx="4619134" cy="24792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4000" dirty="0"/>
              <a:t>PROBLEMA 04</a:t>
            </a:r>
          </a:p>
        </p:txBody>
      </p:sp>
      <p:sp>
        <p:nvSpPr>
          <p:cNvPr id="5" name="Flecha: a la derecha 4">
            <a:extLst>
              <a:ext uri="{FF2B5EF4-FFF2-40B4-BE49-F238E27FC236}">
                <a16:creationId xmlns:a16="http://schemas.microsoft.com/office/drawing/2014/main" id="{F5925FD1-D0DA-40D1-9896-6C65E1B69D3A}"/>
              </a:ext>
            </a:extLst>
          </p:cNvPr>
          <p:cNvSpPr/>
          <p:nvPr/>
        </p:nvSpPr>
        <p:spPr>
          <a:xfrm>
            <a:off x="2993011" y="1941921"/>
            <a:ext cx="801278" cy="7824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A11A764-EFF6-4C3E-8A0C-58F7B5660ABE}"/>
              </a:ext>
            </a:extLst>
          </p:cNvPr>
          <p:cNvSpPr txBox="1"/>
          <p:nvPr/>
        </p:nvSpPr>
        <p:spPr>
          <a:xfrm>
            <a:off x="2328111" y="2148467"/>
            <a:ext cx="640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Nota</a:t>
            </a:r>
          </a:p>
        </p:txBody>
      </p:sp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7DCE79CD-3FBC-4C50-B019-C4A90EECE15D}"/>
              </a:ext>
            </a:extLst>
          </p:cNvPr>
          <p:cNvSpPr/>
          <p:nvPr/>
        </p:nvSpPr>
        <p:spPr>
          <a:xfrm>
            <a:off x="8517117" y="1338604"/>
            <a:ext cx="801278" cy="7824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6553A9E1-FFC3-456D-BF2C-7912AE72E9C3}"/>
              </a:ext>
            </a:extLst>
          </p:cNvPr>
          <p:cNvSpPr/>
          <p:nvPr/>
        </p:nvSpPr>
        <p:spPr>
          <a:xfrm>
            <a:off x="8517117" y="2443111"/>
            <a:ext cx="801278" cy="7824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0CA5EA6-8167-44D8-8779-3FB1081E290E}"/>
              </a:ext>
            </a:extLst>
          </p:cNvPr>
          <p:cNvSpPr txBox="1"/>
          <p:nvPr/>
        </p:nvSpPr>
        <p:spPr>
          <a:xfrm>
            <a:off x="9370242" y="1545150"/>
            <a:ext cx="1338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Clasificación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EA20B52-2435-4673-BDEA-1BE3F2D028F6}"/>
              </a:ext>
            </a:extLst>
          </p:cNvPr>
          <p:cNvSpPr txBox="1"/>
          <p:nvPr/>
        </p:nvSpPr>
        <p:spPr>
          <a:xfrm>
            <a:off x="9370242" y="2649657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Condición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F158766-9A70-4B08-9FA7-5235B5BDBC3B}"/>
              </a:ext>
            </a:extLst>
          </p:cNvPr>
          <p:cNvSpPr txBox="1"/>
          <p:nvPr/>
        </p:nvSpPr>
        <p:spPr>
          <a:xfrm>
            <a:off x="3846135" y="4053526"/>
            <a:ext cx="46191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/>
              <a:t>Nota debe estar entre 0 y 20 incluidos.</a:t>
            </a:r>
          </a:p>
          <a:p>
            <a:r>
              <a:rPr lang="es-PE" dirty="0"/>
              <a:t>Aprueba con nota mínima 11.0</a:t>
            </a:r>
          </a:p>
        </p:txBody>
      </p:sp>
    </p:spTree>
    <p:extLst>
      <p:ext uri="{BB962C8B-B14F-4D97-AF65-F5344CB8AC3E}">
        <p14:creationId xmlns:p14="http://schemas.microsoft.com/office/powerpoint/2010/main" val="5897838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19</Words>
  <Application>Microsoft Office PowerPoint</Application>
  <PresentationFormat>Panorámica</PresentationFormat>
  <Paragraphs>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PCD</dc:creator>
  <cp:lastModifiedBy>PCD</cp:lastModifiedBy>
  <cp:revision>3</cp:revision>
  <dcterms:created xsi:type="dcterms:W3CDTF">2026-03-30T15:45:31Z</dcterms:created>
  <dcterms:modified xsi:type="dcterms:W3CDTF">2026-03-30T18:45:26Z</dcterms:modified>
</cp:coreProperties>
</file>